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Good morning everyone. My name is Luo Zhou, from Donghua University.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Today I will present our work, **Baro2Talk: Reconstructing Spectrograms from Ear Canal Pressure for Voice-free Communication**. This work is a collaboration between Donghua University, the </a:t>
            </a:r>
            <a:r>
              <a:rPr lang="en-US" altLang="zh-CN"/>
              <a:t>UESTC, and Shanghai Jiao Tong University.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central idea is to enable silent, voice-free communication using a small pressure sensor inside an earbud, without recording spoken audio.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 will first introduce the motivation and sensing opportunity. Then I will give the system overview, walk through the three main challenges and our solutions, and finally present the prototype, dataset, evaluation, and conclusion.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Let us start with the background.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key question is: how can we support speech-like interaction when speaking aloud is inconvenient, unreliable, or impossible?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Speech is natural, but it is not always usable.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 public or private spaces, audible commands may be socially awkward or privacy-sensitive. In noisy environments, conventional ASR can fail. Some users may also have impaired or unavailable voice.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a practical silent speech interface should be non-intrusive, privacy-preserving, robust to noise and motion, and easy to deploy. Our target is not a laboratory sensor. We want something close to ordinary earbuds.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Existing SSI modalities each have limitations.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Vision-based systems need a clear view of the face. Wireless-based systems may require active signal emission and careful placement. IMU-based systems can be sensitive to motion artifacts and often require extra sensing locations.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In-ear pressure sensing offers a different tradeoff. It is passive, private, and compatible with earbuds. It captures articulation-related pressure changes instead of acoustic speech. This makes it attractive for daily silent interaction.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intuition is physiological.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Even during silent articulation, the jaw, tongue, and surrounding oral structures still move. These movements are coupled with the temporomandibular joint, or TMJ, and can deform the ear canal.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With a miniature barometer inside the earbud, this deformation appears as a pressure variation sequence. We call it TPVS: TMJ-dominated Pressure Variation Sequence.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Baro2Talk treats this pressure signal as a silent articulatory signal.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TPVS has useful structure.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For the same phrase, pressure trajectories are repeatable. For different phrases, the patterns are visibly different. Silent and voiced articulation share pressure structure, because both are driven by articulatory motion.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But TPVS is not audio. It is not perfectly frame-aligned with speech, and it does not directly contain acoustic harmonics. This distinction motivates the modeling design.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This is not ordinary speech reconstruction.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Vibration-based signals may retain pitch and harmonic cues, but TPVS is driven by deformation, not vocal-fold vibration. Silent speech also lacks reliable frame-level phoneme labels.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Therefore, a direct TPVS-to-text mapping is data-hungry and brittle. The real problem is to bridge a low-frequency articulatory signal to a speech-compatible representation.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Now I will introduce the system.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key design choice is to reconstruct Mel-spectrograms from pressure, instead of directly predicting text.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The pipeline has three major parts.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First, the earbud collects left and right pressure signals. Preprocessing and event detection remove drift and extract meaningful deformation segments.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Second, a generalization module handles speaking rhythm, user anatomy, and earbud fit.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Third, the reconstruction pipeline maps pressure to a Mel-spectrogram. S-Former aligns pressure with text semantics, MS-GAN builds a coarse spectrogram, and PEARL refines phonetic details. The reconstructed spectrogram is then decoded by an existing ASR backend such as Whisper.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Next I will explain the design through three challenges.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Each challenge corresponds to one conversion in the pipeline.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first challenge is to recover stable TPVS events from weak pressure. We solve this with drift removal, band-pass filtering, signal amplification, and energy-based segmentation.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second challenge is generalization. TPVS varies across rhythm, users, and earbud fit. We use rhythm-aware augmentation and a user-invariant Baro-Encoder.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third challenge is reconstruction. TPVS has no acoustic harmonics or frame-level phonetic supervision. We therefore align pressure with semantics, generate a coarse Mel-spectrogram, and refine phonetic details.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Challenge 1 is event extraction.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left figures show two observations. Silent articulation energy is mainly concentrated in the low-frequency range, around one to six hertz. Also, deformation events appear as peaks in the short-term energy curve.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Based on this, we process raw TPVS in five steps: remove slow drift, keep the 0.5 to 10 hertz articulation band, amplify weak deformation patterns, detect local energy peaks, and search event boundaries.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output is clean event-level TPVS segments for downstream modeling.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Challenge 2 is variation.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same command can have different rhythms, and different users produce different pressure patterns. Baro2Talk handles this in two ways.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First, rhythm-aware augmentation stretches or compresses paired audio and TPVS, so the model sees different speaking speeds. Second, user-invariant encoding preserves command-related features while suppressing identity-specific pressure cues.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gives a more transferable pressure representation.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Baro-Encoder takes both waveform-level TPVS and pressure-derived spectrograms.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It uses parallel 1D and 2D convolutional front-ends, Inception blocks, and cross attention. The objective combines command-related learning with identity-aware regularization.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goal is not only command classification. The goal is to learn pressure features that are useful for commands but less tied to a specific user.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Here, the command branch teaches semantic discrimination, while the identity branch tries to recover the participant.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With gradient reversal, the encoder learns to make identity prediction difficult. In other words, it removes participant-specific cues while keeping command-relevant information.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makes the representation semantic, user-invariant, and reusable.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Challenge 3 is the core reconstruction problem.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Because TPVS is not acoustic, we do not reconstruct the spectrogram in one step. Instead, we split the task into semantic alignment, coarse acoustic structure generation, and phonetic refinement.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staged design avoids relying on unreliable frame-level alignment.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first stage is semantic alignment.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TPVS and text are different modalities. Frame alignment is unreliable for silent speech, so we align them at the sentence level.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contrastive objective pulls matched pressure-text pairs closer and pushes mismatched pairs apart. As a result, S-Former makes the pressure embedding carry sentence-level meaning before spectrogram generation.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second stage builds a coarse Mel-spectrogram.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generator is a U-Net-style encoder-decoder with self-attention. It maps the semantic pressure feature to a spectrogram. The reconstruction term preserves content, and the adversarial term encourages global spectral realism.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output is already usable, but it still lacks fine phonetic details.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third stage is PEARL, a residual phonetic enhancement module.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Instead of regenerating the whole spectrogram, PEARL learns a residual correction. This improves details while preserving the coarse structure.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It uses phoneme-level CTC loss for linguistic alignment, spectral convergence for frequency structure, and envelope correlation for prosodic continuity.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This slide gives a visual explanation of why the reconstruction is designed in stages.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With only the L1 objective, the model can roughly place the spectral energy, but the result is over-smoothed and many speech-like details are missing.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After adding MS-GAN, the spectrogram becomes more structured and closer to real speech, because the adversarial loss encourages global spectral realism.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Finally, PEARL adds residual phonetic details. The local patterns become sharper and more consistent with the ground truth, which makes the spectrogram easier for ASR to interpret.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key message is not only that SC becomes lower. More importantly, each stage fixes a different failure mode: L1 gives the rough shape, MS-GAN improves speech-like structure, and PEARL restores fine phonetic detail.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Next I will introduce the prototype and dataset.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part verifies whether the idea works in a practical wearable setting.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We built an earbud prototype called BaroBud.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It uses a Bosch BMP390 barometer, which is only 3 millimeters by 3 millimeters by 0.75 millimeters. Data is collected with an Arduino Nano 33 BLE at 108 hertz.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We also use foam ear tips in different sizes to improve sealing and comfort, because pressure sensing depends strongly on earbud fit.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dataset covers practical variation.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We recruited 25 participants. Trace A contains more than 150,000 instances collected over 30 days, including voiced and silent articulation. Trace B contains 17,500 silent-only instances collected six months later.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Participants selected commands and articulated them under different speeds, mouth-opening levels, postures, and mobile scenarios. During inference, only in-ear pressure is used.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Training follows the three-stage pipeline: S-Former, MS-GAN, and PEARL. We use PyTorch, Adam, five-fold cross-validation, and early stopping.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For held-out tests, 20 percent of commands and five users are excluded.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We evaluate text prediction with CER, WER, and PER, which are normalized edit-distance metrics. We evaluate spectrogram reconstruction with SC and MSE. For all these metrics, lower is better.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Now I will present the evaluation results.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main question is whether Baro2Talk can produce ASR-readable spectrograms and remain robust in practical conditions.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Baro2Talk consistently outperforms all baselines in both recognition accuracy and spectrogram quality.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most important result is that the word error rate is below 10 percent, while the reconstructed spectrogram also shows the best spectral alignment.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means that in-ear pressure is not only classifiable, but can be converted into a speech-compatible representation for reliable ASR decoding.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main gain is consistent across both sides of the task: text errors go down, and the reconstructed spectrogram becomes much closer to real speech. For example, WER drops below 10 percent, and spectral convergence improves substantially.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reason is the intermediate representation design. Baro2Talk does not directly decode text from pressure. It first aligns TPVS with sentence-level semantics, and then reconstructs a Mel-spectrogram that existing ASR models can read.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ablation study confirms that each module matters.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Without S-Former, semantic alignment becomes weaker, and unseen commands degrade significantly. Without MS-GAN, spectrogram quality drops sharply. Without PEARL, phonetic detail is worse, especially in PER.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Augmentation and gradient reversal also improve robustness. Overall, the staged reconstruction pipeline is necessary, not just optional engineering.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We next test robustness.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Under ambient noise, including library, office, street, and railway station, text metrics fluctuate by less than 0.5 percent. This is because the system does not rely on acoustic audio.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Under mobility, including walking, lifting, and hiking, performance remains stable. This shows the benefit of passive pressure sensing in daily scenarios.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For command length, longer commands perform better because they provide richer semantic context.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For long-term stability, Trace B is collected six months after Trace A. Without retraining, CER changes by only 0.11 percent and WER by only 0.09 percent.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suggests that Baro2Talk can remain stable over time.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Baro2Talk has three practical properties.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First, it is privacy-preserving because no spoken audio is required during inference. Second, it is compatible with existing ASR backends because it outputs Mel-spectrograms. Third, it is robust to ambient noise because the signal is pressure caused by articulation.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Baro2Talk is a front-end for voice-free communication, not a replacement for mature ASR.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Let me conclude the talk with the main takeaways.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To summarize, Baro2Talk makes three main contributions.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First, it introduces in-ear pressure sensing as a practical modality for silent speech interaction. Second, it defines TPVS as an articulatory signal that can be captured inside ordinary earbuds. Third, it reconstructs Mel-spectrograms, rather than forcing direct text decoding from pressure.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Across the evaluation, Baro2Talk achieves strong recognition and spectrogram quality, and remains stable under noise, mobility, command-length variation, and six-month drift.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Overall, this work shows that passive earbud pressure can serve as a deployable bridge from silent articulation to text.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Thank you for listening.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 would be happy to take your questions.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1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5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7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8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9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1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3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4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5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6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7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5175" cy="6858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5175" cy="6858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age-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</vt:lpstr>
      <vt:lpstr>宋体</vt:lpstr>
      <vt:lpstr>Wingdings</vt:lpstr>
      <vt:lpstr>Wingdings</vt:lpstr>
      <vt:lpstr>微软雅黑</vt:lpstr>
      <vt:lpstr>汉仪旗黑</vt:lpstr>
      <vt:lpstr>宋体</vt:lpstr>
      <vt:lpstr>Arial Unicode MS</vt:lpstr>
      <vt:lpstr>苹方-简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 promise</cp:lastModifiedBy>
  <cp:revision>170</cp:revision>
  <dcterms:created xsi:type="dcterms:W3CDTF">2026-05-19T23:35:31Z</dcterms:created>
  <dcterms:modified xsi:type="dcterms:W3CDTF">2026-05-19T23:35:31Z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599A734FB17EA172E978056AC186AD98_41</vt:lpwstr>
  </property>
</Properties>
</file>